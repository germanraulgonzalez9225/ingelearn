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24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331720"/>
            <a:ext cx="603504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040" y="1097280"/>
            <a:ext cx="3840480" cy="299008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00000">
            <a:off x="10972800" y="4206240"/>
            <a:ext cx="3291840" cy="25603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-1737360" y="-1737360"/>
            <a:ext cx="4023360" cy="4023360"/>
          </a:xfrm>
          <a:prstGeom prst="ellipse">
            <a:avLst/>
          </a:prstGeom>
          <a:solidFill>
            <a:srgbClr val="2E7BC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2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37160" y="-137160"/>
            <a:ext cx="2743200" cy="213055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2640" y="4206240"/>
            <a:ext cx="2377440" cy="2377440"/>
          </a:xfrm>
          <a:prstGeom prst="rect">
            <a:avLst/>
          </a:prstGeom>
        </p:spPr>
      </p:pic>
      <p:pic>
        <p:nvPicPr>
          <p:cNvPr id="10" name="Image 5" descr="/home/claude/pptx_work/logo-ingelearn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811512" y="411480"/>
            <a:ext cx="1828800" cy="713232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22960" y="26060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GENERADORES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HIDROELÉCTRICOS</a:t>
            </a:r>
            <a:endParaRPr lang="en-US" sz="3000" dirty="0"/>
          </a:p>
        </p:txBody>
      </p:sp>
      <p:sp>
        <p:nvSpPr>
          <p:cNvPr id="12" name="Text 4"/>
          <p:cNvSpPr/>
          <p:nvPr/>
        </p:nvSpPr>
        <p:spPr>
          <a:xfrm>
            <a:off x="822960" y="4069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4A5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Utilizan la energía del agua para mover turbinas que, a su vez, generan electricidad.</a:t>
            </a:r>
            <a:endParaRPr lang="en-US" sz="1700" dirty="0"/>
          </a:p>
        </p:txBody>
      </p:sp>
      <p:sp>
        <p:nvSpPr>
          <p:cNvPr id="13" name="Shape 5"/>
          <p:cNvSpPr/>
          <p:nvPr/>
        </p:nvSpPr>
        <p:spPr>
          <a:xfrm>
            <a:off x="6922008" y="795528"/>
            <a:ext cx="4672584" cy="5266944"/>
          </a:xfrm>
          <a:prstGeom prst="roundRect">
            <a:avLst>
              <a:gd name="adj" fmla="val 4892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6"/>
          <p:cNvSpPr/>
          <p:nvPr/>
        </p:nvSpPr>
        <p:spPr>
          <a:xfrm>
            <a:off x="6995160" y="868680"/>
            <a:ext cx="4526280" cy="5120640"/>
          </a:xfrm>
          <a:prstGeom prst="roundRect">
            <a:avLst>
              <a:gd name="adj" fmla="val 4444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2360" y="1325880"/>
            <a:ext cx="3566160" cy="27706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995160" y="49834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Imagen / video del tema ]</a:t>
            </a:r>
            <a:endParaRPr lang="en-US" sz="1300" dirty="0"/>
          </a:p>
        </p:txBody>
      </p:sp>
      <p:sp>
        <p:nvSpPr>
          <p:cNvPr id="17" name="Shape 8"/>
          <p:cNvSpPr/>
          <p:nvPr/>
        </p:nvSpPr>
        <p:spPr>
          <a:xfrm>
            <a:off x="6611112" y="3044952"/>
            <a:ext cx="768096" cy="768096"/>
          </a:xfrm>
          <a:prstGeom prst="ellipse">
            <a:avLst/>
          </a:prstGeom>
          <a:solidFill>
            <a:srgbClr val="3FC1C9"/>
          </a:solidFill>
          <a:ln/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9"/>
          <p:cNvSpPr/>
          <p:nvPr/>
        </p:nvSpPr>
        <p:spPr>
          <a:xfrm rot="5400000">
            <a:off x="6848856" y="3282696"/>
            <a:ext cx="292608" cy="292608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0"/>
          <p:cNvSpPr/>
          <p:nvPr/>
        </p:nvSpPr>
        <p:spPr>
          <a:xfrm>
            <a:off x="822960" y="6446520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1"/>
          <p:cNvSpPr/>
          <p:nvPr/>
        </p:nvSpPr>
        <p:spPr>
          <a:xfrm>
            <a:off x="1024128" y="644652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2"/>
          <p:cNvSpPr/>
          <p:nvPr/>
        </p:nvSpPr>
        <p:spPr>
          <a:xfrm>
            <a:off x="1225296" y="644652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Panorámica</PresentationFormat>
  <Paragraphs>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Ingelearn - Electronica</dc:title>
  <dc:subject>PptxGenJS Presentation</dc:subject>
  <dc:creator>Ingelearn</dc:creator>
  <cp:lastModifiedBy>german gonzalez</cp:lastModifiedBy>
  <cp:revision>1</cp:revision>
  <dcterms:created xsi:type="dcterms:W3CDTF">2026-06-23T17:47:16Z</dcterms:created>
  <dcterms:modified xsi:type="dcterms:W3CDTF">2026-06-23T19:02:53Z</dcterms:modified>
</cp:coreProperties>
</file>